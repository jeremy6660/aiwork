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封面：周报时间段 08-01~08-06；核心三数字：68 项离线测试通过、3/3 演示场景、真人双人试标仍 0/12 是当前最大卡点。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 5 节点：08-01 venv 修复+5 项整改；08-02 E1 截止、修复未提交（无证据）；08-04 修复集 d51c818 提交+68 全绿；08-05 双人复核操作指南+跟踪表（流程工具 0→1）；08-06 复测发现 Orchestrator 安全边界仍可绕过。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左列三个质量数字：68 passed、3/3 场景、0 errors。右列 5 项整改均于 08-04 提交。底部橙色提醒：Orchestrator 决策层安全边界仍未闭合（08-06 复测发现）。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 五缺口：2 个代码侧已闭环（跨领域误命中检索侧、证据哈希/L3——但 08-06 复测发现 Orchestrator 层复现，故标⚠）；2 个真人硬门槛 0 进展；1 个真实模型待授权。当前瓶颈是真人未动。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项风险：高=人工复核停滞（流程，最关键）；中=安全边界缺陷复现（代码，评审扣分点）；中=证据一致性（证据）；低=提交集中单人（协作）。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 5 步按优先级：真人试标→互验→修 Orchestrator 绕过→证据包对齐→授权 smoke。红线提示：AI 不代填真人结论。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377440"/>
            <a:ext cx="5120640" cy="512064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463040"/>
            <a:ext cx="2926080" cy="29260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F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智策育训 · 制造业个性化培训内容自动生成平台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项目进展周报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2834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2026-08-01 ~ 08-06</a:t>
            </a:r>
            <a:pPr indent="0" marL="0">
              <a:buNone/>
            </a:pPr>
            <a:r>
              <a:rPr lang="en-US" sz="1600" dirty="0">
                <a:solidFill>
                  <a:srgbClr val="AEBF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E1 验收整改收尾 · E2 冲刺窗口（截止 08-09）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60120" y="4892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离线测试通过（08-05 全量）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3977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41605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4892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test_run 演示场景通过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3977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1605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4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0/12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66760" y="4892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真人双人试标完成（E1 硬门槛）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智策育训 · 兴智杯参赛项目  |  监理自动化日报汇总（cron 采集）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｜ 一周回顾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进展时间线：从环境瘫痪到流程工具就绪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7048" y="153619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691640" y="1618488"/>
            <a:ext cx="206654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28800"/>
            <a:ext cx="2084832" cy="37033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97510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30428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69748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环境瘫痪 → 当日整改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venv 损坏（pydantic_core 缺失）复跑失败；当日修复并完成 5 项代码整改：检索阈值 0.22→0.28、L3 状态区分、P2 哈希规范化、P4 非覆盖写入。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58184" y="153619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3922776" y="1618488"/>
            <a:ext cx="206654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1828800"/>
            <a:ext cx="2084832" cy="37033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197510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44368" y="230428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44368" y="269748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 截止日 · 修复未提交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44368" y="352044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个文件修复停留在工作区（+126/-24），「完成了但没有证据」；pytest 63 passed + 5 环境类 errors（宿主 tmp_path 局限）。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53619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53912" y="1618488"/>
            <a:ext cx="206654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1828800"/>
            <a:ext cx="2084832" cy="37033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175504" y="197510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75504" y="230428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75504" y="269748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修复集正式提交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75504" y="352044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条提交：d51c818 固化 12 文件修复集（+401/-45）、忽略 .pytest_tmp/、merge PR#6、约定 AI 不新建分支。68 passed 全绿。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0456" y="153619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5048" y="1618488"/>
            <a:ext cx="206654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1828800"/>
            <a:ext cx="2084832" cy="37033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97510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06640" y="230428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06640" y="269748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真人流程工具就绪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352044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条提交全为流程侧：E1 整改验收固化、人工双人复核操作指南（256 行）、审核进度跟踪表——0/12→12/12 可跟踪。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451592" y="153619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Shape 32"/>
          <p:cNvSpPr/>
          <p:nvPr/>
        </p:nvSpPr>
        <p:spPr>
          <a:xfrm>
            <a:off x="9491472" y="1828800"/>
            <a:ext cx="2084832" cy="37033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9637776" y="197510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37776" y="230428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37776" y="269748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状态复核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37776" y="352044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24h 零提交；离线测试复跑通过；复测发现 Orchestrator 层仍可被低分命中绕过安全边界，真人门槛依旧 0/12。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智策育训 · 项目进展周报 2026-08-01~08-06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｜ 质量与代码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代码侧已闭环：离线测试全绿，整改集已提交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429768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56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 </a:t>
            </a:r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全量离线测试（08-04/05 全绿，08-06 复跑 63 passed）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3172968"/>
            <a:ext cx="429768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3/3 </a:t>
            </a:r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" y="3858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test_run 演示场景：质检员/数控/CNC 差异生成、审核通过、幻觉 0.00%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4654296"/>
            <a:ext cx="429768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818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</a:t>
            </a:r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" y="5340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语法编译检查 compileall 无输出，无语法错误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16276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08-01 整改 · 08-04 随 d51c818 提交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30368" y="2103120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68112" y="202996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检索阈值 0.22 → 0.28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「核电站操作规程」跨领域误命中 1 条 → 0 条，检索侧已拦截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30368" y="2852928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68112" y="277977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模型投票状态区分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明确区分「未触发」与「已触发但 0 供应商/调用失败」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230368" y="3602736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68112" y="3529584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规范化 SHA-256 清单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新增只读校验器，消除 UTF-8/16 与 CRLF/LF 的跨 checkout 影响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230368" y="4352544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68112" y="427939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非覆盖编号写入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连续重跑生成 _rerun_NN，回放读取最新版本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230368" y="5102352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468112" y="502920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 .pytest_tmp/ 目录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工作区脏项清理（b3b6e6c 提交），回应 08-02 缓存告警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提醒：08-06 复测发现 Orchestrator 层仍可被低分命中（0.2686 &lt; 0.28）绕过并生成内容——检索侧已修，决策侧未闭合，见下页。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智策育训 · 项目进展周报 2026-08-01~08-06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｜ 验收状态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 验收缺口核对：2 项已闭环，2 项卡在真人，1 项待授权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11064240" cy="859536"/>
          </a:xfrm>
          <a:prstGeom prst="roundRect">
            <a:avLst>
              <a:gd name="adj" fmla="val 531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人工双人试标 12 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83480" y="19476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C00000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947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未完成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7960" y="1691640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结论列全空（0/12），必须 2 名真人独立填写 + 第 3 人仲裁；AI 不得代填（红线）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660904"/>
            <a:ext cx="11064240" cy="859536"/>
          </a:xfrm>
          <a:prstGeom prst="roundRect">
            <a:avLst>
              <a:gd name="adj" fmla="val 5319"/>
            </a:avLst>
          </a:prstGeom>
          <a:solidFill>
            <a:srgbClr val="FBFBF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60904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两项独立互验（P2→P1、P1→P4）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83480" y="291693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C00000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169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未完成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37960" y="2660904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未见签字留痕提交；须在 d51c818 之后的新检出上执行，体现账号独立性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630168"/>
            <a:ext cx="11064240" cy="859536"/>
          </a:xfrm>
          <a:prstGeom prst="roundRect">
            <a:avLst>
              <a:gd name="adj" fmla="val 5319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30168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跨领域低分误命中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388620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BF8F00">
              <a:alpha val="8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886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复现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363016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检索阈值已修（08-04 提交），但 Orchestrator 层仍对 0.2686 低分命中返回「通过」并生成——安全边界契约未完全闭合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599432"/>
            <a:ext cx="11064240" cy="859536"/>
          </a:xfrm>
          <a:prstGeom prst="roundRect">
            <a:avLst>
              <a:gd name="adj" fmla="val 5319"/>
            </a:avLst>
          </a:prstGeom>
          <a:solidFill>
            <a:srgbClr val="FBFBF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99432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证据版本/哈希与 L3 表述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485546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BF8F00">
              <a:alpha val="8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4855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部分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37960" y="4599432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08-06 复测：P4 证据版本 01cb84e 不可复现、P2 前 5 个 SHA-256 与当前文件不一致；L3 表述仍需统一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568696"/>
            <a:ext cx="11064240" cy="859536"/>
          </a:xfrm>
          <a:prstGeom prst="roundRect">
            <a:avLst>
              <a:gd name="adj" fmla="val 5319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68696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真实模型调用（smoke）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83480" y="582472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7F7F7F">
              <a:alpha val="8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5824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⏸ 待授权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37960" y="5568696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符合红线保持「待确认」；须操作者显式 scripts/smoke_llm.py --execute 并二次确认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9893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36454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结论：代码侧 2 项已闭环并提交；剩余缺口均依赖真人动作——当前瓶颈不在技术，在「真人尚未动」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智策育训 · 项目进展周报 2026-08-01~08-06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｜ 风险管理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风险与问题（按严重程度）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5468112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8745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00000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8745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【高】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9110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3134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人工复核停滞约 6 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2752344"/>
            <a:ext cx="5065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条试标表人工列全空，是 E1「不通过」的第一门槛；纯 AI 无法推进，必须 2 名真人独立试标 + 第 3 人仲裁。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63056" y="1691640"/>
            <a:ext cx="5468112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64224" y="18745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BF8F00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18745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【中】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59168" y="19110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64224" y="23134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安全边界缺陷复现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64224" y="2752344"/>
            <a:ext cx="5065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对低分命中（0.2686）仍返回「通过」并生成内容，违反制造业安全拒答契约——评审扣分点，需加决策层约束 + 回归测试。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041648"/>
            <a:ext cx="5468112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42245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BF8F00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42245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【中】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4261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" y="466344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证据一致性存疑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" y="5102352"/>
            <a:ext cx="5065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证据版本 01cb84e 不可复现、P2 前 5 个 SHA-256 不一致（08-06 复测）；证据包需与当前提交号对齐后重新生成。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4041648"/>
            <a:ext cx="5468112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64224" y="42245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F7F7F">
              <a:alpha val="8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64224" y="42245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【低】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59168" y="4261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64224" y="466344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协作信息增量停滞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64224" y="5102352"/>
            <a:ext cx="5065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7 天提交集中在 Jeremy6660 一人，其余成员 07-30 后无提交；互验独立性需要多账号参与。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智策育训 · 项目进展周报 2026-08-01~08-06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48056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1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｜ 下一步行动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046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按优先级推进，出口在真人动作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启动人工双人试标（E1 硬门槛）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两名成员按操作指南独立填写 12 条（A/B 各自 CSV），分歧由第 3 人仲裁，完成后续填跟踪表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9631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闭合两项独立互验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P2→P1、P1→P4 基于 d51c818 之后的新检出执行并签字留痕；建议用非 Jeremy6660 账号体现独立性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43814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924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Orchestrator 安全边界绕过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决策层增加领域/岗位约束或阈值硬校验 + 回归测试，杜绝 0.2686 低分命中仍生成内容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33425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28853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生成「提交号一致」证据包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新检出复跑离线闭环（pytest 68 passed / test_run 3/3 / evaluate），P4 输出与当前 commit 对齐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523036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1846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真实模型 smoke（待授权）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操作者显式 scripts/smoke_llm.py --execute 并二次确认；未授权不调用（红线）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6144768"/>
            <a:ext cx="10515600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61447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红线：人工复核结论一律由真人填写，AI 不代填；未授权不调用真实模型；不新建分支、不伪造验收状态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智策育训项目进展周报 2026-08-01 ~ 08-06</dc:title>
  <dc:subject>E1 验收整改收尾 / E2 冲刺窗口</dc:subject>
  <dc:creator>智策育训 · 监理</dc:creator>
  <cp:lastModifiedBy>智策育训 · 监理</cp:lastModifiedBy>
  <cp:revision>1</cp:revision>
  <dcterms:created xsi:type="dcterms:W3CDTF">2026-08-06T15:11:50Z</dcterms:created>
  <dcterms:modified xsi:type="dcterms:W3CDTF">2026-08-06T15:11:50Z</dcterms:modified>
</cp:coreProperties>
</file>